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37160"/>
            <a:ext cx="6400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Cambodia Vision 2026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6858000" y="164592"/>
            <a:ext cx="4846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A7F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Cambodia Vision 2026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457200" y="914400"/>
            <a:ext cx="11247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Cambodia Vision 2026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1417320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Patient management for medical mission trips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40080" y="1920240"/>
            <a:ext cx="10881360" cy="4389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it is</a:t>
            </a:r>
            <a:pPr indent="0" marL="0">
              <a:spcAft>
                <a:spcPts val="1200"/>
              </a:spcAft>
              <a:buNone/>
            </a:pP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LAN-deployed web app for registering patients, tracking them through 6 clinical stations, and producing PDF/DOCX records — all on a single laptop, no internet required.</a:t>
            </a:r>
            <a:pPr indent="0" marL="0">
              <a:buNone/>
            </a:pPr>
            <a:r>
              <a:rPr lang="en-US" sz="18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uses it</a:t>
            </a:r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Volunteers at the registration desk</a:t>
            </a:r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Station managers at each clinical station</a:t>
            </a:r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Admins for setup, user management, backups</a:t>
            </a:r>
            <a:pPr indent="0" marL="0">
              <a:buNone/>
            </a:pPr>
            <a:r>
              <a:rPr lang="en-US" sz="18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</a:t>
            </a:r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Replaces paper-based flow with searchable digital records</a:t>
            </a:r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Photo capture for patient identification</a:t>
            </a:r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Bilingual (English + Khmer) UI for local staff</a:t>
            </a:r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Audit trail + automated daily backups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57200" y="6675120"/>
            <a:ext cx="112471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Cambodia Vision 2026 — slide 1 of 8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37160"/>
            <a:ext cx="6400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Cambodia Vision 2026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6858000" y="164592"/>
            <a:ext cx="4846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A7F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Overview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457200" y="914400"/>
            <a:ext cx="11247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Overview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1417320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users, devices, the server, and the database fit together</a:t>
            </a:r>
            <a:endParaRPr lang="en-US" sz="1400" dirty="0"/>
          </a:p>
        </p:txBody>
      </p:sp>
      <p:pic>
        <p:nvPicPr>
          <p:cNvPr id="7" name="Image 0" descr="/Users/jun/bin/workspace/cambodia-vision/docs/presentation/01-system-overvie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8076" y="1874520"/>
            <a:ext cx="10972800" cy="457200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537960"/>
            <a:ext cx="112471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docs/presentation/01-system-overview.svg (vector source, editable)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457200" y="6675120"/>
            <a:ext cx="112471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Cambodia Vision 2026 — slide 2 of 8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37160"/>
            <a:ext cx="6400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Cambodia Vision 2026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6858000" y="164592"/>
            <a:ext cx="4846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A7F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Patient Journey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457200" y="914400"/>
            <a:ext cx="11247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Patient Journey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1417320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arrival at the registration desk to discharge</a:t>
            </a:r>
            <a:endParaRPr lang="en-US" sz="1400" dirty="0"/>
          </a:p>
        </p:txBody>
      </p:sp>
      <p:pic>
        <p:nvPicPr>
          <p:cNvPr id="7" name="Image 0" descr="/Users/jun/bin/workspace/cambodia-vision/docs/presentation/02-patient-journe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8076" y="1874520"/>
            <a:ext cx="10972800" cy="457200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537960"/>
            <a:ext cx="112471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docs/presentation/02-patient-journey.svg (vector source, editable)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457200" y="6675120"/>
            <a:ext cx="112471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Cambodia Vision 2026 — slide 3 of 8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37160"/>
            <a:ext cx="6400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Cambodia Vision 2026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6858000" y="164592"/>
            <a:ext cx="4846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A7F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Role: Admin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457200" y="914400"/>
            <a:ext cx="11247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Role: Admin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1417320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system access — setup, user management, backup, reports</a:t>
            </a:r>
            <a:endParaRPr lang="en-US" sz="1400" dirty="0"/>
          </a:p>
        </p:txBody>
      </p:sp>
      <p:pic>
        <p:nvPicPr>
          <p:cNvPr id="7" name="Image 0" descr="/Users/jun/bin/workspace/cambodia-vision/docs/presentation/03-role-admi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8076" y="1874520"/>
            <a:ext cx="10972800" cy="457200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537960"/>
            <a:ext cx="112471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docs/presentation/03-role-admin.svg (vector source, editable)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457200" y="6675120"/>
            <a:ext cx="112471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Cambodia Vision 2026 — slide 4 of 8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37160"/>
            <a:ext cx="6400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Cambodia Vision 2026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6858000" y="164592"/>
            <a:ext cx="4846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A7F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Role: Station Manager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457200" y="914400"/>
            <a:ext cx="11247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Role: Station Manager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1417320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ONE station — scans patients, records exams, advances care</a:t>
            </a:r>
            <a:endParaRPr lang="en-US" sz="1400" dirty="0"/>
          </a:p>
        </p:txBody>
      </p:sp>
      <p:pic>
        <p:nvPicPr>
          <p:cNvPr id="7" name="Image 0" descr="/Users/jun/bin/workspace/cambodia-vision/docs/presentation/04-role-station-manag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8076" y="1874520"/>
            <a:ext cx="10972800" cy="457200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537960"/>
            <a:ext cx="112471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docs/presentation/04-role-station-manager.svg (vector source, editable)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457200" y="6675120"/>
            <a:ext cx="112471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Cambodia Vision 2026 — slide 5 of 8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37160"/>
            <a:ext cx="6400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Cambodia Vision 2026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6858000" y="164592"/>
            <a:ext cx="4846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A7F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Role: Volunteer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457200" y="914400"/>
            <a:ext cx="11247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Role: Volunteer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1417320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Greets patients, registers them, prints forms — no clinical training needed</a:t>
            </a:r>
            <a:endParaRPr lang="en-US" sz="1400" dirty="0"/>
          </a:p>
        </p:txBody>
      </p:sp>
      <p:pic>
        <p:nvPicPr>
          <p:cNvPr id="7" name="Image 0" descr="/Users/jun/bin/workspace/cambodia-vision/docs/presentation/05-role-volunte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8076" y="1874520"/>
            <a:ext cx="10972800" cy="457200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537960"/>
            <a:ext cx="112471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docs/presentation/05-role-volunteer.svg (vector source, editable)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457200" y="6675120"/>
            <a:ext cx="112471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Cambodia Vision 2026 — slide 6 of 8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37160"/>
            <a:ext cx="6400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Cambodia Vision 2026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6858000" y="164592"/>
            <a:ext cx="4846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A7F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Numbers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457200" y="914400"/>
            <a:ext cx="11247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Numbers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1417320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have today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40080" y="1920240"/>
            <a:ext cx="10881360" cy="4389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capacity</a:t>
            </a:r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 to 9,999 patients per mission (4-digit patient numbers)</a:t>
            </a:r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clinical stations: Doctor, Optometry, Refraction, Glasses, Ear Therapy, Surgery</a:t>
            </a:r>
            <a:pPr indent="0" marL="0">
              <a:spcAft>
                <a:spcPts val="1200"/>
              </a:spcAft>
              <a:buNone/>
            </a:pP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8-hour auto-logout for unattended tablets</a:t>
            </a:r>
            <a:pPr indent="0" marL="0">
              <a:buNone/>
            </a:pPr>
            <a:r>
              <a:rPr lang="en-US" sz="18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Field deployment</a:t>
            </a:r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on a single Ubuntu server (laptop or small box)</a:t>
            </a:r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Self-signed HTTPS certificate (LAN IP auto-detected)</a:t>
            </a:r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PM2 supervises the process — auto-restart on crash</a:t>
            </a:r>
            <a:pPr indent="0" marL="0">
              <a:spcAft>
                <a:spcPts val="1200"/>
              </a:spcAft>
              <a:buNone/>
            </a:pP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Survives power blips and reconnects automatically</a:t>
            </a:r>
            <a:pPr indent="0" marL="0">
              <a:buNone/>
            </a:pPr>
            <a:r>
              <a:rPr lang="en-US" sz="18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safety</a:t>
            </a:r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Bcrypt password hashing (12-round cost factor)</a:t>
            </a:r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Rate-limited login (10 attempts / 15 min) with Retry-After</a:t>
            </a:r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One-click SQL backup with credentials redacted</a:t>
            </a:r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Nightly mysqldump cron + weekly restore drill (recommended)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57200" y="6675120"/>
            <a:ext cx="112471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Cambodia Vision 2026 — slide 7 of 8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37160"/>
            <a:ext cx="6400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Cambodia Vision 2026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6858000" y="164592"/>
            <a:ext cx="4846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A7F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to Use This Deck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457200" y="914400"/>
            <a:ext cx="11247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to Use This Deck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1417320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 the slide that fits the audience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40080" y="1920240"/>
            <a:ext cx="10881360" cy="4389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For management</a:t>
            </a:r>
            <a:pPr indent="0" marL="0">
              <a:spcAft>
                <a:spcPts val="1200"/>
              </a:spcAft>
              <a:buNone/>
            </a:pP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1 (intro) + Slide 2 (system overview) + Slide 7 (key numbers)</a:t>
            </a:r>
            <a:pPr indent="0" marL="0">
              <a:buNone/>
            </a:pPr>
            <a:r>
              <a:rPr lang="en-US" sz="18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For clinicians &amp; station managers</a:t>
            </a:r>
            <a:pPr indent="0" marL="0">
              <a:spcAft>
                <a:spcPts val="1200"/>
              </a:spcAft>
              <a:buNone/>
            </a:pP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3 (patient journey) + Slides 5–6 (station manager + volunteer)</a:t>
            </a:r>
            <a:pPr indent="0" marL="0">
              <a:buNone/>
            </a:pPr>
            <a:r>
              <a:rPr lang="en-US" sz="18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For IT / setup lead</a:t>
            </a:r>
            <a:pPr indent="0" marL="0">
              <a:spcAft>
                <a:spcPts val="1200"/>
              </a:spcAft>
              <a:buNone/>
            </a:pP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2 (system overview) + Slide 4 (admin) + docs/DEPLOYMENT.md in the repo</a:t>
            </a:r>
            <a:pPr indent="0" marL="0">
              <a:buNone/>
            </a:pPr>
            <a:r>
              <a:rPr lang="en-US" sz="18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For volunteers (training)</a:t>
            </a:r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3 (patient journey) + Slide 6 (volunteer role)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57200" y="6675120"/>
            <a:ext cx="112471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Cambodia Vision 2026 — slide 8 of 8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Cambodia Vision 2026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Cambodia Vision 2026 — Patient Management System</dc:title>
  <dc:subject>Patient management for medical mission trips</dc:subject>
  <dc:creator>Cambodia Vision Team</dc:creator>
  <cp:lastModifiedBy>Cambodia Vision Team</cp:lastModifiedBy>
  <cp:revision>1</cp:revision>
  <dcterms:created xsi:type="dcterms:W3CDTF">2026-06-29T03:17:16Z</dcterms:created>
  <dcterms:modified xsi:type="dcterms:W3CDTF">2026-06-29T03:17:16Z</dcterms:modified>
</cp:coreProperties>
</file>